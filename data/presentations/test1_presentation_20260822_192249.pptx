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/>
            </a:pPr>
            <a:r>
              <a:t>Task‑Agnostic Framework for Clinical AI Development (AI4AH, ICLR 2020)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Generated from test1.pdf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Rapid growth of ML research for diagnosis, triage, and drug discovery contrasts with low clinical adoption.</a:t>
            </a:r>
          </a:p>
          <a:p>
            <a:pPr>
              <a:defRPr sz="2000"/>
            </a:pPr>
            <a:r>
              <a:t>Key barriers: expensive clinician‑labeled data, legacy hospital system integration, and regulatory constraints.</a:t>
            </a:r>
          </a:p>
          <a:p>
            <a:pPr>
              <a:defRPr sz="2000"/>
            </a:pPr>
            <a:r>
              <a:t>Existing software‑engineering methodologies do not fit the iterative, prototype‑driven nature of clinical ML projects.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Proposed Clinical AI Development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Eight‑stage loop: Feasibility/Impact → Cohort Design &amp; Data Collection → Annotation → Model Training → Model Evaluation → Clinical Validation → Acceptance/Deployment → Project Termination.</a:t>
            </a:r>
          </a:p>
          <a:p>
            <a:pPr>
              <a:defRPr sz="2000"/>
            </a:pPr>
            <a:r>
              <a:t>Iterative feedback between clinical experts and engineers is embedded at each stage.</a:t>
            </a:r>
          </a:p>
          <a:p>
            <a:pPr>
              <a:defRPr sz="2000"/>
            </a:pPr>
            <a:r>
              <a:t>Decision gate after feasibility and after clinical validation determines whether to proceed or terminate.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Feasibility &amp; Impact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Stakeholder coalition (clinical, technical, commercial) defines realistic goals and timelines.</a:t>
            </a:r>
          </a:p>
          <a:p>
            <a:pPr>
              <a:defRPr sz="2000"/>
            </a:pPr>
            <a:r>
              <a:t>Projects must demonstrate a clear, high‑impact use case; low‑impact or rare‑condition models are often rejected.</a:t>
            </a:r>
          </a:p>
          <a:p>
            <a:pPr>
              <a:defRPr sz="2000"/>
            </a:pPr>
            <a:r>
              <a:t>Insufficient data quantity or quality is a primary reason for project termination at this stage.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Data Acquisition, Cohort Selection, and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Secure handling of PHI: de‑identification, IRB and institutional approvals are mandatory.</a:t>
            </a:r>
          </a:p>
          <a:p>
            <a:pPr>
              <a:defRPr sz="2000"/>
            </a:pPr>
            <a:r>
              <a:t>Cohort construction balances demographics, exclusion criteria, and acquisition biases; outlier edge cases may be excluded.</a:t>
            </a:r>
          </a:p>
          <a:p>
            <a:pPr>
              <a:defRPr sz="2000"/>
            </a:pPr>
            <a:r>
              <a:t>Bias detection is critical—e.g., an observed class imbalance in a stroke‑CT project prompted re‑sampling.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Case Study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Applied the framework to an aortic‑aneurysm detection model using abdominal CT scans.</a:t>
            </a:r>
          </a:p>
          <a:p>
            <a:pPr>
              <a:defRPr sz="2000"/>
            </a:pPr>
            <a:r>
              <a:t>Iterative prototyping with clinicians refined label definitions and input criteria.</a:t>
            </a:r>
          </a:p>
          <a:p>
            <a:pPr>
              <a:defRPr sz="2000"/>
            </a:pPr>
            <a:r>
              <a:t>Authors argue that formalizing the cycle can help other organizations bridge the ML‑to‑clinical gap.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